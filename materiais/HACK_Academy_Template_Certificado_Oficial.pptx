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7.png"/><Relationship Id="rId19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ddc733a2150e07dc582418184124ed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23afbf1fad4277bcec1678d134adaa3.png"/>
          <p:cNvPicPr>
            <a:picLocks noChangeAspect="1"/>
          </p:cNvPicPr>
          <p:nvPr/>
        </p:nvPicPr>
        <p:blipFill>
          <a:blip r:embed="rId4">
            <a:alphaModFix amt="9000"/>
          </a:blip>
          <a:srcRect l="-2629" r="-2629"/>
          <a:stretch/>
        </p:blipFill>
        <p:spPr>
          <a:xfrm>
            <a:off x="11811305" y="1714500"/>
            <a:ext cx="5715000" cy="7239305"/>
          </a:xfrm>
          <a:prstGeom prst="rect">
            <a:avLst/>
          </a:prstGeom>
        </p:spPr>
      </p:pic>
      <p:pic>
        <p:nvPicPr>
          <p:cNvPr id="4" name="Image 2" descr="gen-dedup-f1fe44e7549ea9da31ebd12d4c5ab2d3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11811305" y="2095805"/>
            <a:ext cx="5715000" cy="64766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457200"/>
            <a:ext cx="17392802" cy="9391802"/>
          </a:xfrm>
          <a:prstGeom prst="roundRect">
            <a:avLst>
              <a:gd name="adj" fmla="val 613"/>
            </a:avLst>
          </a:prstGeom>
          <a:noFill/>
          <a:ln w="12700">
            <a:solidFill>
              <a:srgbClr val="0E0E1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1"/>
          <p:cNvSpPr/>
          <p:nvPr/>
        </p:nvSpPr>
        <p:spPr>
          <a:xfrm>
            <a:off x="590702" y="590702"/>
            <a:ext cx="17125798" cy="9124798"/>
          </a:xfrm>
          <a:prstGeom prst="roundRect">
            <a:avLst>
              <a:gd name="adj" fmla="val 311"/>
            </a:avLst>
          </a:prstGeom>
          <a:noFill/>
          <a:ln w="12700">
            <a:solidFill>
              <a:srgbClr val="FFC42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590702" y="590702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3"/>
          <p:cNvSpPr/>
          <p:nvPr/>
        </p:nvSpPr>
        <p:spPr>
          <a:xfrm>
            <a:off x="590702" y="590702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17125798" y="590702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5"/>
          <p:cNvSpPr/>
          <p:nvPr/>
        </p:nvSpPr>
        <p:spPr>
          <a:xfrm>
            <a:off x="17697298" y="590702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/>
          <p:cNvSpPr/>
          <p:nvPr/>
        </p:nvSpPr>
        <p:spPr>
          <a:xfrm>
            <a:off x="590702" y="9696298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590702" y="9124798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8"/>
          <p:cNvSpPr/>
          <p:nvPr/>
        </p:nvSpPr>
        <p:spPr>
          <a:xfrm>
            <a:off x="17125798" y="9696298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9"/>
          <p:cNvSpPr/>
          <p:nvPr/>
        </p:nvSpPr>
        <p:spPr>
          <a:xfrm>
            <a:off x="17697298" y="9124798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gen-dedup-602daa9f659cbf06bb8735502f9c8c90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7810805" y="2819095"/>
            <a:ext cx="2667305" cy="9144"/>
          </a:xfrm>
          <a:prstGeom prst="rect">
            <a:avLst/>
          </a:prstGeom>
        </p:spPr>
      </p:pic>
      <p:pic>
        <p:nvPicPr>
          <p:cNvPr id="16" name="Image 4" descr="gen-dedup-4b63723f13c7219b5b4cf1dbe7db9484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5238598" y="6858000"/>
            <a:ext cx="2495398" cy="1447495"/>
          </a:xfrm>
          <a:prstGeom prst="rect">
            <a:avLst/>
          </a:prstGeom>
        </p:spPr>
      </p:pic>
      <p:pic>
        <p:nvPicPr>
          <p:cNvPr id="17" name="Image 5" descr="gen-dedup-4b63723f13c7219b5b4cf1dbe7db9484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7905902" y="6858000"/>
            <a:ext cx="2495398" cy="1447495"/>
          </a:xfrm>
          <a:prstGeom prst="rect">
            <a:avLst/>
          </a:prstGeom>
        </p:spPr>
      </p:pic>
      <p:pic>
        <p:nvPicPr>
          <p:cNvPr id="18" name="Image 6" descr="gen-dedup-4b63723f13c7219b5b4cf1dbe7db9484.png"/>
          <p:cNvPicPr>
            <a:picLocks noChangeAspect="1"/>
          </p:cNvPicPr>
          <p:nvPr/>
        </p:nvPicPr>
        <p:blipFill>
          <a:blip r:embed="rId7"/>
          <a:srcRect l="-7" r="-7"/>
          <a:stretch/>
        </p:blipFill>
        <p:spPr>
          <a:xfrm>
            <a:off x="10573207" y="6858000"/>
            <a:ext cx="2495398" cy="1447495"/>
          </a:xfrm>
          <a:prstGeom prst="rect">
            <a:avLst/>
          </a:prstGeom>
        </p:spPr>
      </p:pic>
      <p:pic>
        <p:nvPicPr>
          <p:cNvPr id="19" name="Image 7" descr="gen-dedup-4b242935ced727c830cb9ebf66e31fd3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811805" y="8477402"/>
            <a:ext cx="1047902" cy="104790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029700" y="2762402"/>
            <a:ext cx="228600" cy="114300"/>
          </a:xfrm>
          <a:prstGeom prst="roundRect">
            <a:avLst>
              <a:gd name="adj" fmla="val 168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1"/>
          <p:cNvSpPr/>
          <p:nvPr/>
        </p:nvSpPr>
        <p:spPr>
          <a:xfrm>
            <a:off x="5505602" y="7125005"/>
            <a:ext cx="418795" cy="418795"/>
          </a:xfrm>
          <a:prstGeom prst="roundRect">
            <a:avLst>
              <a:gd name="adj" fmla="val 27293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2"/>
          <p:cNvSpPr/>
          <p:nvPr/>
        </p:nvSpPr>
        <p:spPr>
          <a:xfrm>
            <a:off x="8172907" y="7125005"/>
            <a:ext cx="418795" cy="418795"/>
          </a:xfrm>
          <a:prstGeom prst="roundRect">
            <a:avLst>
              <a:gd name="adj" fmla="val 27293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3"/>
          <p:cNvSpPr/>
          <p:nvPr/>
        </p:nvSpPr>
        <p:spPr>
          <a:xfrm>
            <a:off x="10839298" y="7125005"/>
            <a:ext cx="418795" cy="418795"/>
          </a:xfrm>
          <a:prstGeom prst="roundRect">
            <a:avLst>
              <a:gd name="adj" fmla="val 27293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4"/>
          <p:cNvSpPr/>
          <p:nvPr/>
        </p:nvSpPr>
        <p:spPr>
          <a:xfrm>
            <a:off x="15906902" y="8572500"/>
            <a:ext cx="875995" cy="875995"/>
          </a:xfrm>
          <a:prstGeom prst="ellipse">
            <a:avLst/>
          </a:prstGeom>
          <a:noFill/>
          <a:ln w="12700">
            <a:solidFill>
              <a:srgbClr val="0E0E1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8" descr="gen-dedup-0d93f81ac979b75e10d61c45a86adaae.png"/>
          <p:cNvPicPr>
            <a:picLocks noChangeAspect="1"/>
          </p:cNvPicPr>
          <p:nvPr/>
        </p:nvPicPr>
        <p:blipFill>
          <a:blip r:embed="rId9"/>
          <a:srcRect l="-1169" r="-1169"/>
          <a:stretch/>
        </p:blipFill>
        <p:spPr>
          <a:xfrm>
            <a:off x="5619902" y="7210044"/>
            <a:ext cx="190195" cy="247802"/>
          </a:xfrm>
          <a:prstGeom prst="rect">
            <a:avLst/>
          </a:prstGeom>
        </p:spPr>
      </p:pic>
      <p:pic>
        <p:nvPicPr>
          <p:cNvPr id="26" name="Image 9" descr="gen-dedup-96d1292c5aa2000e33cd8884b793005c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77149" y="7229246"/>
            <a:ext cx="209398" cy="209398"/>
          </a:xfrm>
          <a:prstGeom prst="rect">
            <a:avLst/>
          </a:prstGeom>
        </p:spPr>
      </p:pic>
      <p:pic>
        <p:nvPicPr>
          <p:cNvPr id="27" name="Image 10" descr="gen-dedup-6f973fe80b2b0154c04bd45a3eb3285b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944454" y="7229246"/>
            <a:ext cx="209398" cy="209398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143000" y="133319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70" dirty="0">
                <a:solidFill>
                  <a:srgbClr val="0E0E10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Certificado nº</a:t>
            </a:r>
            <a:endParaRPr lang="en-US" sz="800" dirty="0"/>
          </a:p>
        </p:txBody>
      </p:sp>
      <p:sp>
        <p:nvSpPr>
          <p:cNvPr id="29" name="Text 16"/>
          <p:cNvSpPr txBox="1"/>
          <p:nvPr/>
        </p:nvSpPr>
        <p:spPr>
          <a:xfrm>
            <a:off x="1143000" y="1514246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HA-2026-0001</a:t>
            </a:r>
            <a:endParaRPr lang="en-US" sz="1100" dirty="0"/>
          </a:p>
        </p:txBody>
      </p:sp>
      <p:sp>
        <p:nvSpPr>
          <p:cNvPr id="30" name="Text 17"/>
          <p:cNvSpPr txBox="1"/>
          <p:nvPr/>
        </p:nvSpPr>
        <p:spPr>
          <a:xfrm>
            <a:off x="13334695" y="133319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70" dirty="0">
                <a:solidFill>
                  <a:srgbClr val="0E0E10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Emitido em</a:t>
            </a:r>
            <a:endParaRPr lang="en-US" sz="800" dirty="0"/>
          </a:p>
        </p:txBody>
      </p:sp>
      <p:sp>
        <p:nvSpPr>
          <p:cNvPr id="31" name="Text 18"/>
          <p:cNvSpPr txBox="1"/>
          <p:nvPr/>
        </p:nvSpPr>
        <p:spPr>
          <a:xfrm>
            <a:off x="13334695" y="1514246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[dia] de [mês] de 2026</a:t>
            </a:r>
            <a:endParaRPr lang="en-US" sz="1100" dirty="0"/>
          </a:p>
        </p:txBody>
      </p:sp>
      <p:pic>
        <p:nvPicPr>
          <p:cNvPr id="32" name="Image 11" descr="gen-dedup-339e060301de75a72e34196513b8960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39505" y="1238098"/>
            <a:ext cx="609905" cy="60990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333695" y="2000707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44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 ACADEMY</a:t>
            </a:r>
            <a:endParaRPr lang="en-US" sz="2400" dirty="0"/>
          </a:p>
        </p:txBody>
      </p:sp>
      <p:sp>
        <p:nvSpPr>
          <p:cNvPr id="34" name="Text 20"/>
          <p:cNvSpPr txBox="1"/>
          <p:nvPr/>
        </p:nvSpPr>
        <p:spPr>
          <a:xfrm>
            <a:off x="5333695" y="2400300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47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Formação em inovação educacional</a:t>
            </a:r>
            <a:endParaRPr lang="en-US" sz="800" dirty="0"/>
          </a:p>
        </p:txBody>
      </p:sp>
      <p:sp>
        <p:nvSpPr>
          <p:cNvPr id="35" name="Text 21"/>
          <p:cNvSpPr txBox="1"/>
          <p:nvPr/>
        </p:nvSpPr>
        <p:spPr>
          <a:xfrm>
            <a:off x="3429000" y="3181198"/>
            <a:ext cx="11430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51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Certificado de Conclusão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2476195" y="3600907"/>
            <a:ext cx="13335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A5A6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HACK Academy certifica com orgulho que</a:t>
            </a:r>
            <a:endParaRPr lang="en-US" sz="1800" dirty="0"/>
          </a:p>
        </p:txBody>
      </p:sp>
      <p:sp>
        <p:nvSpPr>
          <p:cNvPr id="37" name="Text 23"/>
          <p:cNvSpPr txBox="1"/>
          <p:nvPr/>
        </p:nvSpPr>
        <p:spPr>
          <a:xfrm>
            <a:off x="1524305" y="4134002"/>
            <a:ext cx="15240305" cy="962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0" b="1" i="1" kern="0" spc="-144" dirty="0">
                <a:solidFill>
                  <a:srgbClr val="0E0E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[Nome do Aluno]</a:t>
            </a:r>
            <a:endParaRPr lang="en-US" sz="7200" dirty="0"/>
          </a:p>
        </p:txBody>
      </p:sp>
      <p:pic>
        <p:nvPicPr>
          <p:cNvPr id="38" name="Image 12" descr="gen-dedup-33d67cb68fa6e0ee35596c6c52c1de26.png"/>
          <p:cNvPicPr>
            <a:picLocks noChangeAspect="1"/>
          </p:cNvPicPr>
          <p:nvPr/>
        </p:nvPicPr>
        <p:blipFill>
          <a:blip r:embed="rId13"/>
          <a:srcRect t="-412" b="-412"/>
          <a:stretch/>
        </p:blipFill>
        <p:spPr>
          <a:xfrm>
            <a:off x="8477402" y="5333695"/>
            <a:ext cx="1333195" cy="57607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2476195" y="5619902"/>
            <a:ext cx="1333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concluiu, com aproveitamento satisfatório, o curso de</a:t>
            </a:r>
            <a:endParaRPr lang="en-US" sz="1500" dirty="0"/>
          </a:p>
        </p:txBody>
      </p:sp>
      <p:sp>
        <p:nvSpPr>
          <p:cNvPr id="40" name="Text 25"/>
          <p:cNvSpPr txBox="1"/>
          <p:nvPr/>
        </p:nvSpPr>
        <p:spPr>
          <a:xfrm>
            <a:off x="1524305" y="5962802"/>
            <a:ext cx="1524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[Nome do Curso]</a:t>
            </a:r>
            <a:endParaRPr lang="en-US" sz="3600" dirty="0"/>
          </a:p>
        </p:txBody>
      </p:sp>
      <p:sp>
        <p:nvSpPr>
          <p:cNvPr id="41" name="Text 26"/>
          <p:cNvSpPr txBox="1"/>
          <p:nvPr/>
        </p:nvSpPr>
        <p:spPr>
          <a:xfrm>
            <a:off x="5505602" y="7677302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5A5A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Carga Horária</a:t>
            </a:r>
            <a:endParaRPr lang="en-US" sz="800" dirty="0"/>
          </a:p>
        </p:txBody>
      </p:sp>
      <p:sp>
        <p:nvSpPr>
          <p:cNvPr id="42" name="Text 27"/>
          <p:cNvSpPr txBox="1"/>
          <p:nvPr/>
        </p:nvSpPr>
        <p:spPr>
          <a:xfrm>
            <a:off x="5505602" y="7925105"/>
            <a:ext cx="2095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</a:t>
            </a:r>
            <a:r>
              <a:rPr lang="en-US" sz="2700" b="1" kern="0" spc="-54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</a:t>
            </a:r>
            <a:endParaRPr lang="en-US" sz="2700" dirty="0"/>
          </a:p>
        </p:txBody>
      </p:sp>
      <p:sp>
        <p:nvSpPr>
          <p:cNvPr id="43" name="Text 28"/>
          <p:cNvSpPr txBox="1"/>
          <p:nvPr/>
        </p:nvSpPr>
        <p:spPr>
          <a:xfrm>
            <a:off x="8172907" y="7677302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5A5A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Nível</a:t>
            </a:r>
            <a:endParaRPr lang="en-US" sz="800" dirty="0"/>
          </a:p>
        </p:txBody>
      </p:sp>
      <p:sp>
        <p:nvSpPr>
          <p:cNvPr id="44" name="Text 29"/>
          <p:cNvSpPr txBox="1"/>
          <p:nvPr/>
        </p:nvSpPr>
        <p:spPr>
          <a:xfrm>
            <a:off x="8172907" y="7944307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9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Nível </a:t>
            </a:r>
            <a:r>
              <a:rPr lang="en-US" sz="1900" b="1" kern="0" spc="-19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900" dirty="0"/>
          </a:p>
        </p:txBody>
      </p:sp>
      <p:sp>
        <p:nvSpPr>
          <p:cNvPr id="45" name="Text 30"/>
          <p:cNvSpPr txBox="1"/>
          <p:nvPr/>
        </p:nvSpPr>
        <p:spPr>
          <a:xfrm>
            <a:off x="10839298" y="7677302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64" dirty="0">
                <a:solidFill>
                  <a:srgbClr val="5A5A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Categoria</a:t>
            </a:r>
            <a:endParaRPr lang="en-US" sz="800" dirty="0"/>
          </a:p>
        </p:txBody>
      </p:sp>
      <p:sp>
        <p:nvSpPr>
          <p:cNvPr id="46" name="Text 31"/>
          <p:cNvSpPr txBox="1"/>
          <p:nvPr/>
        </p:nvSpPr>
        <p:spPr>
          <a:xfrm>
            <a:off x="10839298" y="7944307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4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Formação Inicial</a:t>
            </a:r>
            <a:endParaRPr lang="en-US" sz="1400" dirty="0"/>
          </a:p>
        </p:txBody>
      </p:sp>
      <p:pic>
        <p:nvPicPr>
          <p:cNvPr id="47" name="Image 13" descr="gen-dedup-24d4ab31b02cfbea3990d4cebc1e6245.png"/>
          <p:cNvPicPr>
            <a:picLocks noChangeAspect="1"/>
          </p:cNvPicPr>
          <p:nvPr/>
        </p:nvPicPr>
        <p:blipFill>
          <a:blip r:embed="rId14"/>
          <a:srcRect t="-31" b="-31"/>
          <a:stretch/>
        </p:blipFill>
        <p:spPr>
          <a:xfrm>
            <a:off x="1524305" y="8572500"/>
            <a:ext cx="2704795" cy="609905"/>
          </a:xfrm>
          <a:prstGeom prst="rect">
            <a:avLst/>
          </a:prstGeom>
        </p:spPr>
      </p:pic>
      <p:pic>
        <p:nvPicPr>
          <p:cNvPr id="48" name="Image 14" descr="gen-dedup-a73cc0515d14894fa80b88cf0c91d3da.png"/>
          <p:cNvPicPr>
            <a:picLocks noChangeAspect="1"/>
          </p:cNvPicPr>
          <p:nvPr/>
        </p:nvPicPr>
        <p:blipFill>
          <a:blip r:embed="rId15"/>
          <a:srcRect t="-3047" b="-3047"/>
          <a:stretch/>
        </p:blipFill>
        <p:spPr>
          <a:xfrm>
            <a:off x="6826402" y="8452609"/>
            <a:ext cx="4720167" cy="786946"/>
          </a:xfrm>
          <a:prstGeom prst="rect">
            <a:avLst/>
          </a:prstGeom>
        </p:spPr>
      </p:pic>
      <p:pic>
        <p:nvPicPr>
          <p:cNvPr id="49" name="Image 15" descr="gen-dedup-64c744ec9ac168fc2aaa0c8177b46110.png"/>
          <p:cNvPicPr>
            <a:picLocks noChangeAspect="1"/>
          </p:cNvPicPr>
          <p:nvPr/>
        </p:nvPicPr>
        <p:blipFill>
          <a:blip r:embed="rId16"/>
          <a:srcRect t="-1200" b="-1200"/>
          <a:stretch/>
        </p:blipFill>
        <p:spPr>
          <a:xfrm>
            <a:off x="6858000" y="9144000"/>
            <a:ext cx="4572000" cy="1463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6286500" y="9258300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6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Cleiton Marino Santana</a:t>
            </a:r>
            <a:endParaRPr lang="en-US" sz="1200" dirty="0"/>
          </a:p>
        </p:txBody>
      </p:sp>
      <p:sp>
        <p:nvSpPr>
          <p:cNvPr id="51" name="Text 33"/>
          <p:cNvSpPr txBox="1"/>
          <p:nvPr/>
        </p:nvSpPr>
        <p:spPr>
          <a:xfrm>
            <a:off x="6286500" y="9496044"/>
            <a:ext cx="5715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231" dirty="0">
                <a:solidFill>
                  <a:srgbClr val="8A6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· HACK Academy</a:t>
            </a:r>
            <a:endParaRPr lang="en-US" sz="800" dirty="0"/>
          </a:p>
        </p:txBody>
      </p:sp>
      <p:sp>
        <p:nvSpPr>
          <p:cNvPr id="52" name="Text 34"/>
          <p:cNvSpPr txBox="1"/>
          <p:nvPr/>
        </p:nvSpPr>
        <p:spPr>
          <a:xfrm>
            <a:off x="15811805" y="8648395"/>
            <a:ext cx="1047902" cy="96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8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</a:t>
            </a:r>
            <a:endParaRPr lang="en-US" sz="800" dirty="0"/>
          </a:p>
        </p:txBody>
      </p:sp>
      <p:sp>
        <p:nvSpPr>
          <p:cNvPr id="53" name="Text 35"/>
          <p:cNvSpPr txBox="1"/>
          <p:nvPr/>
        </p:nvSpPr>
        <p:spPr>
          <a:xfrm>
            <a:off x="15811805" y="8739835"/>
            <a:ext cx="1047902" cy="96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68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Academy</a:t>
            </a:r>
            <a:endParaRPr lang="en-US" sz="800" dirty="0"/>
          </a:p>
        </p:txBody>
      </p:sp>
      <p:pic>
        <p:nvPicPr>
          <p:cNvPr id="54" name="Image 16" descr="gen-dedup-81cb2b20de4f812cb464aa22f5de8fdc.png"/>
          <p:cNvPicPr>
            <a:picLocks noChangeAspect="1"/>
          </p:cNvPicPr>
          <p:nvPr/>
        </p:nvPicPr>
        <p:blipFill>
          <a:blip r:embed="rId17"/>
          <a:srcRect l="-1528" r="-1528"/>
          <a:stretch/>
        </p:blipFill>
        <p:spPr>
          <a:xfrm>
            <a:off x="16173907" y="8896198"/>
            <a:ext cx="323698" cy="418795"/>
          </a:xfrm>
          <a:prstGeom prst="rect">
            <a:avLst/>
          </a:prstGeom>
        </p:spPr>
      </p:pic>
      <p:pic>
        <p:nvPicPr>
          <p:cNvPr id="55" name="Image 17" descr="gen-dedup-543101a0f7f058d6f8ddf752574fe118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714500" y="8725205"/>
            <a:ext cx="267005" cy="267005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2057400" y="8706002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16A3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Aprovado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ddc733a2150e07dc582418184124ed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23afbf1fad4277bcec1678d134adaa3.png"/>
          <p:cNvPicPr>
            <a:picLocks noChangeAspect="1"/>
          </p:cNvPicPr>
          <p:nvPr/>
        </p:nvPicPr>
        <p:blipFill>
          <a:blip r:embed="rId4">
            <a:alphaModFix amt="8000"/>
          </a:blip>
          <a:srcRect l="-2629" r="-2629"/>
          <a:stretch/>
        </p:blipFill>
        <p:spPr>
          <a:xfrm>
            <a:off x="761695" y="1714500"/>
            <a:ext cx="5715000" cy="7239305"/>
          </a:xfrm>
          <a:prstGeom prst="rect">
            <a:avLst/>
          </a:prstGeom>
        </p:spPr>
      </p:pic>
      <p:pic>
        <p:nvPicPr>
          <p:cNvPr id="4" name="Image 2" descr="gen-dedup-a9ee3e1120afd8e9fc738f2300c124ef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761695" y="2095805"/>
            <a:ext cx="5715000" cy="64766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457200"/>
            <a:ext cx="17392802" cy="9391802"/>
          </a:xfrm>
          <a:prstGeom prst="roundRect">
            <a:avLst>
              <a:gd name="adj" fmla="val 613"/>
            </a:avLst>
          </a:prstGeom>
          <a:noFill/>
          <a:ln w="12700">
            <a:solidFill>
              <a:srgbClr val="0E0E1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1"/>
          <p:cNvSpPr/>
          <p:nvPr/>
        </p:nvSpPr>
        <p:spPr>
          <a:xfrm>
            <a:off x="590702" y="590702"/>
            <a:ext cx="17125798" cy="9124798"/>
          </a:xfrm>
          <a:prstGeom prst="roundRect">
            <a:avLst>
              <a:gd name="adj" fmla="val 311"/>
            </a:avLst>
          </a:prstGeom>
          <a:noFill/>
          <a:ln w="12700">
            <a:solidFill>
              <a:srgbClr val="FFC42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2"/>
          <p:cNvSpPr/>
          <p:nvPr/>
        </p:nvSpPr>
        <p:spPr>
          <a:xfrm>
            <a:off x="590702" y="590702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3"/>
          <p:cNvSpPr/>
          <p:nvPr/>
        </p:nvSpPr>
        <p:spPr>
          <a:xfrm>
            <a:off x="590702" y="590702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17125798" y="590702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5"/>
          <p:cNvSpPr/>
          <p:nvPr/>
        </p:nvSpPr>
        <p:spPr>
          <a:xfrm>
            <a:off x="17697298" y="590702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/>
          <p:cNvSpPr/>
          <p:nvPr/>
        </p:nvSpPr>
        <p:spPr>
          <a:xfrm>
            <a:off x="590702" y="9696298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590702" y="9124798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8"/>
          <p:cNvSpPr/>
          <p:nvPr/>
        </p:nvSpPr>
        <p:spPr>
          <a:xfrm>
            <a:off x="17125798" y="9696298"/>
            <a:ext cx="599846" cy="283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9"/>
          <p:cNvSpPr/>
          <p:nvPr/>
        </p:nvSpPr>
        <p:spPr>
          <a:xfrm>
            <a:off x="17697298" y="9124798"/>
            <a:ext cx="28346" cy="599846"/>
          </a:xfrm>
          <a:prstGeom prst="rect">
            <a:avLst/>
          </a:prstGeom>
          <a:solidFill>
            <a:srgbClr val="FFC42B"/>
          </a:solidFill>
          <a:ln w="12700">
            <a:solidFill>
              <a:srgbClr val="FFC4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gen-dedup-602daa9f659cbf06bb8735502f9c8c90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7810805" y="2819095"/>
            <a:ext cx="2667305" cy="9144"/>
          </a:xfrm>
          <a:prstGeom prst="rect">
            <a:avLst/>
          </a:prstGeom>
        </p:spPr>
      </p:pic>
      <p:pic>
        <p:nvPicPr>
          <p:cNvPr id="16" name="Image 4" descr="gen-dedup-620ab5719e8429e17d7f9fab294f7088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1143000" y="5619902"/>
            <a:ext cx="8115300" cy="3258007"/>
          </a:xfrm>
          <a:prstGeom prst="rect">
            <a:avLst/>
          </a:prstGeom>
        </p:spPr>
      </p:pic>
      <p:pic>
        <p:nvPicPr>
          <p:cNvPr id="17" name="Image 5" descr="gen-dedup-46e36390fccf2f94f7bc09ccbf6af149.png"/>
          <p:cNvPicPr>
            <a:picLocks noChangeAspect="1"/>
          </p:cNvPicPr>
          <p:nvPr/>
        </p:nvPicPr>
        <p:blipFill>
          <a:blip r:embed="rId8"/>
          <a:srcRect t="-9" b="-9"/>
          <a:stretch/>
        </p:blipFill>
        <p:spPr>
          <a:xfrm>
            <a:off x="9430207" y="5619902"/>
            <a:ext cx="7733995" cy="325800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029700" y="2762402"/>
            <a:ext cx="228600" cy="114300"/>
          </a:xfrm>
          <a:prstGeom prst="roundRect">
            <a:avLst>
              <a:gd name="adj" fmla="val 168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1"/>
          <p:cNvSpPr/>
          <p:nvPr/>
        </p:nvSpPr>
        <p:spPr>
          <a:xfrm>
            <a:off x="1429207" y="5905195"/>
            <a:ext cx="418795" cy="418795"/>
          </a:xfrm>
          <a:prstGeom prst="roundRect">
            <a:avLst>
              <a:gd name="adj" fmla="val 27293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2"/>
          <p:cNvSpPr/>
          <p:nvPr/>
        </p:nvSpPr>
        <p:spPr>
          <a:xfrm>
            <a:off x="9715500" y="5905195"/>
            <a:ext cx="418795" cy="418795"/>
          </a:xfrm>
          <a:prstGeom prst="roundRect">
            <a:avLst>
              <a:gd name="adj" fmla="val 27293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6" descr="gen-dedup-e7d8581363b6db71cb7c4292efeecf0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33449" y="6010351"/>
            <a:ext cx="209398" cy="209398"/>
          </a:xfrm>
          <a:prstGeom prst="rect">
            <a:avLst/>
          </a:prstGeom>
        </p:spPr>
      </p:pic>
      <p:pic>
        <p:nvPicPr>
          <p:cNvPr id="22" name="Image 7" descr="gen-dedup-0d93f81ac979b75e10d61c45a86adaae.png"/>
          <p:cNvPicPr>
            <a:picLocks noChangeAspect="1"/>
          </p:cNvPicPr>
          <p:nvPr/>
        </p:nvPicPr>
        <p:blipFill>
          <a:blip r:embed="rId10"/>
          <a:srcRect l="-1169" r="-1169"/>
          <a:stretch/>
        </p:blipFill>
        <p:spPr>
          <a:xfrm>
            <a:off x="9829800" y="5991149"/>
            <a:ext cx="190195" cy="24780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43000" y="133319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70" dirty="0">
                <a:solidFill>
                  <a:srgbClr val="0E0E10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Referente ao certificado</a:t>
            </a:r>
            <a:endParaRPr lang="en-US" sz="800" dirty="0"/>
          </a:p>
        </p:txBody>
      </p:sp>
      <p:sp>
        <p:nvSpPr>
          <p:cNvPr id="24" name="Text 14"/>
          <p:cNvSpPr txBox="1"/>
          <p:nvPr/>
        </p:nvSpPr>
        <p:spPr>
          <a:xfrm>
            <a:off x="1143000" y="1514246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90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HA-2026-0001</a:t>
            </a:r>
            <a:endParaRPr lang="en-US" sz="1100" dirty="0"/>
          </a:p>
        </p:txBody>
      </p:sp>
      <p:sp>
        <p:nvSpPr>
          <p:cNvPr id="25" name="Text 15"/>
          <p:cNvSpPr txBox="1"/>
          <p:nvPr/>
        </p:nvSpPr>
        <p:spPr>
          <a:xfrm>
            <a:off x="13334695" y="1333195"/>
            <a:ext cx="3810305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70" dirty="0">
                <a:solidFill>
                  <a:srgbClr val="0E0E10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Verso · Página 2</a:t>
            </a:r>
            <a:endParaRPr lang="en-US" sz="800" dirty="0"/>
          </a:p>
        </p:txBody>
      </p:sp>
      <p:sp>
        <p:nvSpPr>
          <p:cNvPr id="26" name="Text 16"/>
          <p:cNvSpPr txBox="1"/>
          <p:nvPr/>
        </p:nvSpPr>
        <p:spPr>
          <a:xfrm>
            <a:off x="13334695" y="1514246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Conteúdo Programático</a:t>
            </a:r>
            <a:endParaRPr lang="en-US" sz="1100" dirty="0"/>
          </a:p>
        </p:txBody>
      </p:sp>
      <p:pic>
        <p:nvPicPr>
          <p:cNvPr id="27" name="Image 8" descr="gen-dedup-339e060301de75a72e34196513b8960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9505" y="1238098"/>
            <a:ext cx="609905" cy="60990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333695" y="2000707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44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 ACADEMY</a:t>
            </a:r>
            <a:endParaRPr lang="en-US" sz="2400" dirty="0"/>
          </a:p>
        </p:txBody>
      </p:sp>
      <p:sp>
        <p:nvSpPr>
          <p:cNvPr id="29" name="Text 18"/>
          <p:cNvSpPr txBox="1"/>
          <p:nvPr/>
        </p:nvSpPr>
        <p:spPr>
          <a:xfrm>
            <a:off x="5333695" y="2400300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47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Formação em inovação educacional</a:t>
            </a:r>
            <a:endParaRPr lang="en-US" sz="800" dirty="0"/>
          </a:p>
        </p:txBody>
      </p:sp>
      <p:sp>
        <p:nvSpPr>
          <p:cNvPr id="30" name="Text 19"/>
          <p:cNvSpPr txBox="1"/>
          <p:nvPr/>
        </p:nvSpPr>
        <p:spPr>
          <a:xfrm>
            <a:off x="3429000" y="3181198"/>
            <a:ext cx="11430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51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Detalhes do Programa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1524305" y="3581705"/>
            <a:ext cx="1524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A5A6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Referente ao curso</a:t>
            </a:r>
            <a:endParaRPr lang="en-US" sz="1800" dirty="0"/>
          </a:p>
        </p:txBody>
      </p:sp>
      <p:sp>
        <p:nvSpPr>
          <p:cNvPr id="32" name="Text 21"/>
          <p:cNvSpPr txBox="1"/>
          <p:nvPr/>
        </p:nvSpPr>
        <p:spPr>
          <a:xfrm>
            <a:off x="1524305" y="3981298"/>
            <a:ext cx="1524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[Nome do Curso]</a:t>
            </a:r>
            <a:endParaRPr lang="en-US" sz="3600" dirty="0"/>
          </a:p>
        </p:txBody>
      </p:sp>
      <p:pic>
        <p:nvPicPr>
          <p:cNvPr id="33" name="Image 9" descr="gen-dedup-a489971a67dd9335093108663ab371e9.png"/>
          <p:cNvPicPr>
            <a:picLocks noChangeAspect="1"/>
          </p:cNvPicPr>
          <p:nvPr/>
        </p:nvPicPr>
        <p:blipFill>
          <a:blip r:embed="rId12"/>
          <a:srcRect l="-68" r="-68"/>
          <a:stretch/>
        </p:blipFill>
        <p:spPr>
          <a:xfrm>
            <a:off x="8477402" y="4667098"/>
            <a:ext cx="1333195" cy="47549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1524305" y="4934102"/>
            <a:ext cx="1524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20h</a:t>
            </a:r>
            <a:r>
              <a:rPr lang="en-US" sz="1200" kern="0" spc="72" dirty="0">
                <a:solidFill>
                  <a:srgbClr val="5A5A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</a:t>
            </a:r>
            <a:r>
              <a:rPr lang="en-US" sz="1200" b="1" kern="0" spc="7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Nível 1</a:t>
            </a:r>
            <a:r>
              <a:rPr lang="en-US" sz="1200" kern="0" spc="72" dirty="0">
                <a:solidFill>
                  <a:srgbClr val="5A5A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</a:t>
            </a:r>
            <a:r>
              <a:rPr lang="en-US" sz="1200" b="1" kern="0" spc="72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Formação Inicial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2000707" y="5943600"/>
            <a:ext cx="6954012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Módulo 01</a:t>
            </a:r>
            <a:endParaRPr lang="en-US" sz="800" dirty="0"/>
          </a:p>
        </p:txBody>
      </p:sp>
      <p:sp>
        <p:nvSpPr>
          <p:cNvPr id="36" name="Text 24"/>
          <p:cNvSpPr txBox="1"/>
          <p:nvPr/>
        </p:nvSpPr>
        <p:spPr>
          <a:xfrm>
            <a:off x="2000707" y="6105449"/>
            <a:ext cx="6954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Conteúdo Programático</a:t>
            </a:r>
            <a:endParaRPr lang="en-US" sz="1600" dirty="0"/>
          </a:p>
        </p:txBody>
      </p:sp>
      <p:sp>
        <p:nvSpPr>
          <p:cNvPr id="37" name="Shape 25"/>
          <p:cNvSpPr/>
          <p:nvPr/>
        </p:nvSpPr>
        <p:spPr>
          <a:xfrm>
            <a:off x="1429207" y="7240219"/>
            <a:ext cx="7524598" cy="9144"/>
          </a:xfrm>
          <a:prstGeom prst="rect">
            <a:avLst/>
          </a:prstGeom>
          <a:solidFill>
            <a:srgbClr val="0E0E10">
              <a:alpha val="6000"/>
            </a:srgbClr>
          </a:solidFill>
          <a:ln w="12700">
            <a:solidFill>
              <a:srgbClr val="0E0E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26"/>
          <p:cNvSpPr txBox="1"/>
          <p:nvPr/>
        </p:nvSpPr>
        <p:spPr>
          <a:xfrm>
            <a:off x="1429207" y="6715354"/>
            <a:ext cx="267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39" name="Shape 27"/>
          <p:cNvSpPr/>
          <p:nvPr/>
        </p:nvSpPr>
        <p:spPr>
          <a:xfrm>
            <a:off x="1429207" y="7868412"/>
            <a:ext cx="7524598" cy="9144"/>
          </a:xfrm>
          <a:prstGeom prst="rect">
            <a:avLst/>
          </a:prstGeom>
          <a:solidFill>
            <a:srgbClr val="0E0E10">
              <a:alpha val="6000"/>
            </a:srgbClr>
          </a:solidFill>
          <a:ln w="12700">
            <a:solidFill>
              <a:srgbClr val="0E0E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28"/>
          <p:cNvSpPr txBox="1"/>
          <p:nvPr/>
        </p:nvSpPr>
        <p:spPr>
          <a:xfrm>
            <a:off x="1429207" y="7343546"/>
            <a:ext cx="267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1429207" y="8497519"/>
            <a:ext cx="7524598" cy="9144"/>
          </a:xfrm>
          <a:prstGeom prst="rect">
            <a:avLst/>
          </a:prstGeom>
          <a:solidFill>
            <a:srgbClr val="0E0E10">
              <a:alpha val="6000"/>
            </a:srgbClr>
          </a:solidFill>
          <a:ln w="12700">
            <a:solidFill>
              <a:srgbClr val="0E0E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0"/>
          <p:cNvSpPr txBox="1"/>
          <p:nvPr/>
        </p:nvSpPr>
        <p:spPr>
          <a:xfrm>
            <a:off x="1429207" y="7972654"/>
            <a:ext cx="267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1429207" y="8600846"/>
            <a:ext cx="2670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1828800" y="6724498"/>
            <a:ext cx="21204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e princípios</a:t>
            </a:r>
            <a:endParaRPr lang="en-US" sz="1100" dirty="0"/>
          </a:p>
        </p:txBody>
      </p:sp>
      <p:sp>
        <p:nvSpPr>
          <p:cNvPr id="45" name="Text 33"/>
          <p:cNvSpPr txBox="1"/>
          <p:nvPr/>
        </p:nvSpPr>
        <p:spPr>
          <a:xfrm>
            <a:off x="1828800" y="6957670"/>
            <a:ext cx="282275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ao tema e bases conceituais.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1828800" y="7353605"/>
            <a:ext cx="229240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 HACK aplicada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1828800" y="7586777"/>
            <a:ext cx="2562149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do modelo e boas práticas.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1828800" y="7981798"/>
            <a:ext cx="18022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casos reais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1828800" y="8214970"/>
            <a:ext cx="286847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projetos e mentoria em grupo.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1828800" y="8610905"/>
            <a:ext cx="13377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aplicado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1828800" y="8844077"/>
            <a:ext cx="282275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 e defesa do trabalho autoral.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10287000" y="5943600"/>
            <a:ext cx="65727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40" dirty="0">
                <a:solidFill>
                  <a:srgbClr val="8A6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Módulo 02</a:t>
            </a:r>
            <a:endParaRPr lang="en-US" sz="800" dirty="0"/>
          </a:p>
        </p:txBody>
      </p:sp>
      <p:sp>
        <p:nvSpPr>
          <p:cNvPr id="53" name="Text 41"/>
          <p:cNvSpPr txBox="1"/>
          <p:nvPr/>
        </p:nvSpPr>
        <p:spPr>
          <a:xfrm>
            <a:off x="10287000" y="6105449"/>
            <a:ext cx="657270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6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Competências Desenvolvidas</a:t>
            </a:r>
            <a:endParaRPr lang="en-US" sz="1600" dirty="0"/>
          </a:p>
        </p:txBody>
      </p:sp>
      <p:sp>
        <p:nvSpPr>
          <p:cNvPr id="54" name="Shape 42"/>
          <p:cNvSpPr/>
          <p:nvPr/>
        </p:nvSpPr>
        <p:spPr>
          <a:xfrm>
            <a:off x="9715500" y="6687007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5" name="Image 10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63049" y="6734556"/>
            <a:ext cx="133502" cy="13350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10039198" y="6667805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Pensamento crítico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10039198" y="6865315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contextos e formular hipóteses.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13382244" y="6687007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9" name="Image 11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430707" y="6734556"/>
            <a:ext cx="133502" cy="133502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13706856" y="6667805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de aprendizagem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13706856" y="6865315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Estruturar experiências educacionais.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9715500" y="7401154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3" name="Image 12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63049" y="7448702"/>
            <a:ext cx="133502" cy="133502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10039198" y="7381951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Metodologia HACK</a:t>
            </a:r>
            <a:endParaRPr lang="en-US" sz="1100" dirty="0"/>
          </a:p>
        </p:txBody>
      </p:sp>
      <p:sp>
        <p:nvSpPr>
          <p:cNvPr id="65" name="Text 50"/>
          <p:cNvSpPr txBox="1"/>
          <p:nvPr/>
        </p:nvSpPr>
        <p:spPr>
          <a:xfrm>
            <a:off x="10039198" y="7579462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prática do modelo em sala.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13382244" y="7401154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7" name="Image 13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430707" y="7448702"/>
            <a:ext cx="133502" cy="133502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13706856" y="7381951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Comunicação estratégica</a:t>
            </a:r>
            <a:endParaRPr lang="en-US" sz="1100" dirty="0"/>
          </a:p>
        </p:txBody>
      </p:sp>
      <p:sp>
        <p:nvSpPr>
          <p:cNvPr id="69" name="Text 53"/>
          <p:cNvSpPr txBox="1"/>
          <p:nvPr/>
        </p:nvSpPr>
        <p:spPr>
          <a:xfrm>
            <a:off x="13706856" y="7579462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Articulação clara de ideias e projetos.</a:t>
            </a:r>
            <a:endParaRPr lang="en-US" sz="900" dirty="0"/>
          </a:p>
        </p:txBody>
      </p:sp>
      <p:sp>
        <p:nvSpPr>
          <p:cNvPr id="70" name="Shape 54"/>
          <p:cNvSpPr/>
          <p:nvPr/>
        </p:nvSpPr>
        <p:spPr>
          <a:xfrm>
            <a:off x="9715500" y="8115300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1" name="Image 14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63049" y="8162849"/>
            <a:ext cx="133502" cy="133502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10039198" y="8096098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Prática reflexiva</a:t>
            </a:r>
            <a:endParaRPr lang="en-US" sz="1100" dirty="0"/>
          </a:p>
        </p:txBody>
      </p:sp>
      <p:sp>
        <p:nvSpPr>
          <p:cNvPr id="73" name="Text 56"/>
          <p:cNvSpPr txBox="1"/>
          <p:nvPr/>
        </p:nvSpPr>
        <p:spPr>
          <a:xfrm>
            <a:off x="10039198" y="8293608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Autoavaliação e melhoria contínua.</a:t>
            </a:r>
            <a:endParaRPr lang="en-US" sz="900" dirty="0"/>
          </a:p>
        </p:txBody>
      </p:sp>
      <p:sp>
        <p:nvSpPr>
          <p:cNvPr id="74" name="Shape 57"/>
          <p:cNvSpPr/>
          <p:nvPr/>
        </p:nvSpPr>
        <p:spPr>
          <a:xfrm>
            <a:off x="13382244" y="8115300"/>
            <a:ext cx="228600" cy="228600"/>
          </a:xfrm>
          <a:prstGeom prst="roundRect">
            <a:avLst>
              <a:gd name="adj" fmla="val 25200"/>
            </a:avLst>
          </a:prstGeom>
          <a:solidFill>
            <a:srgbClr val="FFC4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5" name="Image 15" descr="gen-dedup-1c311bf37604b2c7e8149e7bda69f86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430707" y="8162849"/>
            <a:ext cx="133502" cy="133502"/>
          </a:xfrm>
          <a:prstGeom prst="rect">
            <a:avLst/>
          </a:prstGeom>
        </p:spPr>
      </p:pic>
      <p:sp>
        <p:nvSpPr>
          <p:cNvPr id="76" name="Text 58"/>
          <p:cNvSpPr txBox="1"/>
          <p:nvPr/>
        </p:nvSpPr>
        <p:spPr>
          <a:xfrm>
            <a:off x="13706856" y="8096098"/>
            <a:ext cx="3152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Colaboração em rede</a:t>
            </a:r>
            <a:endParaRPr lang="en-US" sz="1100" dirty="0"/>
          </a:p>
        </p:txBody>
      </p:sp>
      <p:sp>
        <p:nvSpPr>
          <p:cNvPr id="77" name="Text 59"/>
          <p:cNvSpPr txBox="1"/>
          <p:nvPr/>
        </p:nvSpPr>
        <p:spPr>
          <a:xfrm>
            <a:off x="13706856" y="8293608"/>
            <a:ext cx="3152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A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 em equipes multidisciplinares.</a:t>
            </a:r>
            <a:endParaRPr lang="en-US" sz="900" dirty="0"/>
          </a:p>
        </p:txBody>
      </p:sp>
      <p:pic>
        <p:nvPicPr>
          <p:cNvPr id="78" name="Image 16" descr="gen-dedup-b38d966a435ef3c04a363663f42b1602.png"/>
          <p:cNvPicPr>
            <a:picLocks noChangeAspect="1"/>
          </p:cNvPicPr>
          <p:nvPr/>
        </p:nvPicPr>
        <p:blipFill>
          <a:blip r:embed="rId14"/>
          <a:srcRect l="-29" r="-29"/>
          <a:stretch/>
        </p:blipFill>
        <p:spPr>
          <a:xfrm>
            <a:off x="1524305" y="9144000"/>
            <a:ext cx="2514600" cy="533095"/>
          </a:xfrm>
          <a:prstGeom prst="rect">
            <a:avLst/>
          </a:prstGeom>
        </p:spPr>
      </p:pic>
      <p:pic>
        <p:nvPicPr>
          <p:cNvPr id="79" name="Image 17" descr="gen-dedup-a73cc0515d14894fa80b88cf0c91d3da.png"/>
          <p:cNvPicPr>
            <a:picLocks noChangeAspect="1"/>
          </p:cNvPicPr>
          <p:nvPr/>
        </p:nvPicPr>
        <p:blipFill>
          <a:blip r:embed="rId15"/>
          <a:srcRect l="-28571" r="-28571"/>
          <a:stretch/>
        </p:blipFill>
        <p:spPr>
          <a:xfrm>
            <a:off x="6286500" y="8973007"/>
            <a:ext cx="5715000" cy="571500"/>
          </a:xfrm>
          <a:prstGeom prst="rect">
            <a:avLst/>
          </a:prstGeom>
        </p:spPr>
      </p:pic>
      <p:pic>
        <p:nvPicPr>
          <p:cNvPr id="80" name="Image 18" descr="gen-dedup-64c744ec9ac168fc2aaa0c8177b46110.png"/>
          <p:cNvPicPr>
            <a:picLocks noChangeAspect="1"/>
          </p:cNvPicPr>
          <p:nvPr/>
        </p:nvPicPr>
        <p:blipFill>
          <a:blip r:embed="rId16"/>
          <a:srcRect t="-1200" b="-1200"/>
          <a:stretch/>
        </p:blipFill>
        <p:spPr>
          <a:xfrm>
            <a:off x="6858000" y="9601200"/>
            <a:ext cx="4572000" cy="14630"/>
          </a:xfrm>
          <a:prstGeom prst="rect">
            <a:avLst/>
          </a:prstGeom>
        </p:spPr>
      </p:pic>
      <p:sp>
        <p:nvSpPr>
          <p:cNvPr id="81" name="Text 60"/>
          <p:cNvSpPr txBox="1"/>
          <p:nvPr/>
        </p:nvSpPr>
        <p:spPr>
          <a:xfrm>
            <a:off x="6286500" y="96204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-5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Cleiton Marino Santana</a:t>
            </a:r>
            <a:endParaRPr lang="en-US" sz="900" dirty="0"/>
          </a:p>
        </p:txBody>
      </p:sp>
      <p:sp>
        <p:nvSpPr>
          <p:cNvPr id="82" name="Text 61"/>
          <p:cNvSpPr txBox="1"/>
          <p:nvPr/>
        </p:nvSpPr>
        <p:spPr>
          <a:xfrm>
            <a:off x="6286500" y="9801454"/>
            <a:ext cx="5715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80" dirty="0">
                <a:solidFill>
                  <a:srgbClr val="8A6A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· HACK Academy</a:t>
            </a:r>
            <a:endParaRPr lang="en-US" sz="800" dirty="0"/>
          </a:p>
        </p:txBody>
      </p:sp>
      <p:sp>
        <p:nvSpPr>
          <p:cNvPr id="83" name="Text 62"/>
          <p:cNvSpPr txBox="1"/>
          <p:nvPr/>
        </p:nvSpPr>
        <p:spPr>
          <a:xfrm>
            <a:off x="13716000" y="9144000"/>
            <a:ext cx="30486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40" dirty="0">
                <a:solidFill>
                  <a:srgbClr val="0E0E10">
                    <a:alpha val="4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iniciativa</a:t>
            </a:r>
            <a:endParaRPr lang="en-US" sz="800" dirty="0"/>
          </a:p>
        </p:txBody>
      </p:sp>
      <p:pic>
        <p:nvPicPr>
          <p:cNvPr id="84" name="Image 19" descr="gen-dedup-19072ce68ff7173532a6eedf43011dd6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3811098" y="9411005"/>
            <a:ext cx="209398" cy="209398"/>
          </a:xfrm>
          <a:prstGeom prst="rect">
            <a:avLst/>
          </a:prstGeom>
        </p:spPr>
      </p:pic>
      <p:sp>
        <p:nvSpPr>
          <p:cNvPr id="85" name="Text 63"/>
          <p:cNvSpPr txBox="1"/>
          <p:nvPr/>
        </p:nvSpPr>
        <p:spPr>
          <a:xfrm>
            <a:off x="14097305" y="9458554"/>
            <a:ext cx="1714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 School</a:t>
            </a:r>
            <a:endParaRPr lang="en-US" sz="900" dirty="0"/>
          </a:p>
        </p:txBody>
      </p:sp>
      <p:pic>
        <p:nvPicPr>
          <p:cNvPr id="86" name="Image 20" descr="gen-dedup-6b55fb40eeaf5723525411de9f1ca665.png"/>
          <p:cNvPicPr>
            <a:picLocks noChangeAspect="1"/>
          </p:cNvPicPr>
          <p:nvPr/>
        </p:nvPicPr>
        <p:blipFill>
          <a:blip r:embed="rId18"/>
          <a:srcRect t="-1174" b="-1174"/>
          <a:stretch/>
        </p:blipFill>
        <p:spPr>
          <a:xfrm>
            <a:off x="15430500" y="9391802"/>
            <a:ext cx="209398" cy="228600"/>
          </a:xfrm>
          <a:prstGeom prst="rect">
            <a:avLst/>
          </a:prstGeom>
        </p:spPr>
      </p:pic>
      <p:sp>
        <p:nvSpPr>
          <p:cNvPr id="87" name="Text 64"/>
          <p:cNvSpPr txBox="1"/>
          <p:nvPr/>
        </p:nvSpPr>
        <p:spPr>
          <a:xfrm>
            <a:off x="15716707" y="9458554"/>
            <a:ext cx="1714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0E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HACK BRASIL</a:t>
            </a:r>
            <a:endParaRPr lang="en-US" sz="900" dirty="0"/>
          </a:p>
        </p:txBody>
      </p:sp>
      <p:pic>
        <p:nvPicPr>
          <p:cNvPr id="88" name="Image 21" descr="gen-dedup-23c50e6bd5612a4a1540b9df710e1abc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714500" y="9277502"/>
            <a:ext cx="228600" cy="228600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2038198" y="9258300"/>
            <a:ext cx="1905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16A3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Aprovado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Macintosh PowerPoint</Application>
  <PresentationFormat>Personalizar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Inter</vt:lpstr>
      <vt:lpstr>Playfair Display</vt:lpstr>
      <vt:lpstr>Space Grotesk</vt:lpstr>
      <vt:lpstr>Office Theme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CLeiton Santana</cp:lastModifiedBy>
  <cp:revision>2</cp:revision>
  <dcterms:created xsi:type="dcterms:W3CDTF">2026-07-15T15:59:14Z</dcterms:created>
  <dcterms:modified xsi:type="dcterms:W3CDTF">2026-07-15T16:02:57Z</dcterms:modified>
</cp:coreProperties>
</file>